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3" r:id="rId8"/>
    <p:sldId id="2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2F9E296-5CE3-4FE9-ADF6-9BE6274B6959}"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4AC33C-5A10-49CD-B0C4-BDD92C9D0A8F}" type="slidenum">
              <a:rPr lang="en-US" smtClean="0"/>
              <a:t>‹#›</a:t>
            </a:fld>
            <a:endParaRPr lang="en-US"/>
          </a:p>
        </p:txBody>
      </p:sp>
    </p:spTree>
    <p:extLst>
      <p:ext uri="{BB962C8B-B14F-4D97-AF65-F5344CB8AC3E}">
        <p14:creationId xmlns:p14="http://schemas.microsoft.com/office/powerpoint/2010/main" val="39418095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2F9E296-5CE3-4FE9-ADF6-9BE6274B6959}"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4AC33C-5A10-49CD-B0C4-BDD92C9D0A8F}" type="slidenum">
              <a:rPr lang="en-US" smtClean="0"/>
              <a:t>‹#›</a:t>
            </a:fld>
            <a:endParaRPr lang="en-US"/>
          </a:p>
        </p:txBody>
      </p:sp>
    </p:spTree>
    <p:extLst>
      <p:ext uri="{BB962C8B-B14F-4D97-AF65-F5344CB8AC3E}">
        <p14:creationId xmlns:p14="http://schemas.microsoft.com/office/powerpoint/2010/main" val="23566530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2F9E296-5CE3-4FE9-ADF6-9BE6274B6959}"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4AC33C-5A10-49CD-B0C4-BDD92C9D0A8F}" type="slidenum">
              <a:rPr lang="en-US" smtClean="0"/>
              <a:t>‹#›</a:t>
            </a:fld>
            <a:endParaRPr lang="en-US"/>
          </a:p>
        </p:txBody>
      </p:sp>
    </p:spTree>
    <p:extLst>
      <p:ext uri="{BB962C8B-B14F-4D97-AF65-F5344CB8AC3E}">
        <p14:creationId xmlns:p14="http://schemas.microsoft.com/office/powerpoint/2010/main" val="324553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2F9E296-5CE3-4FE9-ADF6-9BE6274B6959}"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4AC33C-5A10-49CD-B0C4-BDD92C9D0A8F}" type="slidenum">
              <a:rPr lang="en-US" smtClean="0"/>
              <a:t>‹#›</a:t>
            </a:fld>
            <a:endParaRPr lang="en-US"/>
          </a:p>
        </p:txBody>
      </p:sp>
    </p:spTree>
    <p:extLst>
      <p:ext uri="{BB962C8B-B14F-4D97-AF65-F5344CB8AC3E}">
        <p14:creationId xmlns:p14="http://schemas.microsoft.com/office/powerpoint/2010/main" val="2359898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2F9E296-5CE3-4FE9-ADF6-9BE6274B6959}" type="datetimeFigureOut">
              <a:rPr lang="en-US" smtClean="0"/>
              <a:t>1/15/2026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4AC33C-5A10-49CD-B0C4-BDD92C9D0A8F}" type="slidenum">
              <a:rPr lang="en-US" smtClean="0"/>
              <a:t>‹#›</a:t>
            </a:fld>
            <a:endParaRPr lang="en-US"/>
          </a:p>
        </p:txBody>
      </p:sp>
    </p:spTree>
    <p:extLst>
      <p:ext uri="{BB962C8B-B14F-4D97-AF65-F5344CB8AC3E}">
        <p14:creationId xmlns:p14="http://schemas.microsoft.com/office/powerpoint/2010/main" val="14617880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2F9E296-5CE3-4FE9-ADF6-9BE6274B6959}" type="datetimeFigureOut">
              <a:rPr lang="en-US" smtClean="0"/>
              <a:t>1/15/2026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4AC33C-5A10-49CD-B0C4-BDD92C9D0A8F}" type="slidenum">
              <a:rPr lang="en-US" smtClean="0"/>
              <a:t>‹#›</a:t>
            </a:fld>
            <a:endParaRPr lang="en-US"/>
          </a:p>
        </p:txBody>
      </p:sp>
    </p:spTree>
    <p:extLst>
      <p:ext uri="{BB962C8B-B14F-4D97-AF65-F5344CB8AC3E}">
        <p14:creationId xmlns:p14="http://schemas.microsoft.com/office/powerpoint/2010/main" val="3653574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F9E296-5CE3-4FE9-ADF6-9BE6274B6959}" type="datetimeFigureOut">
              <a:rPr lang="en-US" smtClean="0"/>
              <a:t>1/15/2026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4AC33C-5A10-49CD-B0C4-BDD92C9D0A8F}" type="slidenum">
              <a:rPr lang="en-US" smtClean="0"/>
              <a:t>‹#›</a:t>
            </a:fld>
            <a:endParaRPr lang="en-US"/>
          </a:p>
        </p:txBody>
      </p:sp>
    </p:spTree>
    <p:extLst>
      <p:ext uri="{BB962C8B-B14F-4D97-AF65-F5344CB8AC3E}">
        <p14:creationId xmlns:p14="http://schemas.microsoft.com/office/powerpoint/2010/main" val="4209986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2F9E296-5CE3-4FE9-ADF6-9BE6274B6959}"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4AC33C-5A10-49CD-B0C4-BDD92C9D0A8F}" type="slidenum">
              <a:rPr lang="en-US" smtClean="0"/>
              <a:t>‹#›</a:t>
            </a:fld>
            <a:endParaRPr lang="en-US"/>
          </a:p>
        </p:txBody>
      </p:sp>
    </p:spTree>
    <p:extLst>
      <p:ext uri="{BB962C8B-B14F-4D97-AF65-F5344CB8AC3E}">
        <p14:creationId xmlns:p14="http://schemas.microsoft.com/office/powerpoint/2010/main" val="39786388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2F9E296-5CE3-4FE9-ADF6-9BE6274B6959}"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4AC33C-5A10-49CD-B0C4-BDD92C9D0A8F}" type="slidenum">
              <a:rPr lang="en-US" smtClean="0"/>
              <a:t>‹#›</a:t>
            </a:fld>
            <a:endParaRPr lang="en-US"/>
          </a:p>
        </p:txBody>
      </p:sp>
    </p:spTree>
    <p:extLst>
      <p:ext uri="{BB962C8B-B14F-4D97-AF65-F5344CB8AC3E}">
        <p14:creationId xmlns:p14="http://schemas.microsoft.com/office/powerpoint/2010/main" val="1092750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2F9E296-5CE3-4FE9-ADF6-9BE6274B6959}"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4AC33C-5A10-49CD-B0C4-BDD92C9D0A8F}" type="slidenum">
              <a:rPr lang="en-US" smtClean="0"/>
              <a:t>‹#›</a:t>
            </a:fld>
            <a:endParaRPr lang="en-US"/>
          </a:p>
        </p:txBody>
      </p:sp>
    </p:spTree>
    <p:extLst>
      <p:ext uri="{BB962C8B-B14F-4D97-AF65-F5344CB8AC3E}">
        <p14:creationId xmlns:p14="http://schemas.microsoft.com/office/powerpoint/2010/main" val="4197361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2F9E296-5CE3-4FE9-ADF6-9BE6274B6959}"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4AC33C-5A10-49CD-B0C4-BDD92C9D0A8F}" type="slidenum">
              <a:rPr lang="en-US" smtClean="0"/>
              <a:t>‹#›</a:t>
            </a:fld>
            <a:endParaRPr lang="en-US"/>
          </a:p>
        </p:txBody>
      </p:sp>
    </p:spTree>
    <p:extLst>
      <p:ext uri="{BB962C8B-B14F-4D97-AF65-F5344CB8AC3E}">
        <p14:creationId xmlns:p14="http://schemas.microsoft.com/office/powerpoint/2010/main" val="4081021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F9E296-5CE3-4FE9-ADF6-9BE6274B6959}" type="datetimeFigureOut">
              <a:rPr lang="en-US" smtClean="0"/>
              <a:t>1/15/2026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4AC33C-5A10-49CD-B0C4-BDD92C9D0A8F}" type="slidenum">
              <a:rPr lang="en-US" smtClean="0"/>
              <a:t>‹#›</a:t>
            </a:fld>
            <a:endParaRPr lang="en-US"/>
          </a:p>
        </p:txBody>
      </p:sp>
    </p:spTree>
    <p:extLst>
      <p:ext uri="{BB962C8B-B14F-4D97-AF65-F5344CB8AC3E}">
        <p14:creationId xmlns:p14="http://schemas.microsoft.com/office/powerpoint/2010/main" val="37908572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CDE COHORT – 2 PROJECT</a:t>
            </a:r>
            <a:endParaRPr lang="en-US" b="1" dirty="0"/>
          </a:p>
        </p:txBody>
      </p:sp>
      <p:sp>
        <p:nvSpPr>
          <p:cNvPr id="3" name="Subtitle 2"/>
          <p:cNvSpPr>
            <a:spLocks noGrp="1"/>
          </p:cNvSpPr>
          <p:nvPr>
            <p:ph type="subTitle" idx="1"/>
          </p:nvPr>
        </p:nvSpPr>
        <p:spPr/>
        <p:txBody>
          <a:bodyPr/>
          <a:lstStyle/>
          <a:p>
            <a:r>
              <a:rPr lang="en-US" b="1" dirty="0" smtClean="0"/>
              <a:t>JOSEPH ITOPA ABUBAKAR</a:t>
            </a:r>
            <a:endParaRPr lang="en-US" b="1" dirty="0"/>
          </a:p>
        </p:txBody>
      </p:sp>
    </p:spTree>
    <p:extLst>
      <p:ext uri="{BB962C8B-B14F-4D97-AF65-F5344CB8AC3E}">
        <p14:creationId xmlns:p14="http://schemas.microsoft.com/office/powerpoint/2010/main" val="1142612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71247"/>
          </a:xfrm>
        </p:spPr>
        <p:txBody>
          <a:bodyPr/>
          <a:lstStyle/>
          <a:p>
            <a:r>
              <a:rPr lang="en-US" b="1" dirty="0" smtClean="0">
                <a:latin typeface="Times New Roman" panose="02020603050405020304" pitchFamily="18" charset="0"/>
                <a:cs typeface="Times New Roman" panose="02020603050405020304" pitchFamily="18" charset="0"/>
              </a:rPr>
              <a:t>Design Background</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36372"/>
            <a:ext cx="10515600" cy="4940591"/>
          </a:xfrm>
        </p:spPr>
        <p:txBody>
          <a:bodyPr/>
          <a:lstStyle/>
          <a:p>
            <a:pPr marL="0" indent="0" algn="just">
              <a:buNone/>
            </a:pPr>
            <a:r>
              <a:rPr lang="en-US" dirty="0" err="1">
                <a:latin typeface="Times New Roman" panose="02020603050405020304" pitchFamily="18" charset="0"/>
                <a:cs typeface="Times New Roman" panose="02020603050405020304" pitchFamily="18" charset="0"/>
              </a:rPr>
              <a:t>Coretelecoms</a:t>
            </a:r>
            <a:r>
              <a:rPr lang="en-US" dirty="0">
                <a:latin typeface="Times New Roman" panose="02020603050405020304" pitchFamily="18" charset="0"/>
                <a:cs typeface="Times New Roman" panose="02020603050405020304" pitchFamily="18" charset="0"/>
              </a:rPr>
              <a:t> is a company based in US, and they operate in the Telecom space. The company's challenge rest in the area of customer retention, which is critical to the business. Customers have series of challenges which the company collates through several channels:</a:t>
            </a:r>
          </a:p>
          <a:p>
            <a:pPr algn="just"/>
            <a:r>
              <a:rPr lang="en-US" dirty="0" smtClean="0">
                <a:latin typeface="Times New Roman" panose="02020603050405020304" pitchFamily="18" charset="0"/>
                <a:cs typeface="Times New Roman" panose="02020603050405020304" pitchFamily="18" charset="0"/>
              </a:rPr>
              <a:t>social </a:t>
            </a:r>
            <a:r>
              <a:rPr lang="en-US" dirty="0">
                <a:latin typeface="Times New Roman" panose="02020603050405020304" pitchFamily="18" charset="0"/>
                <a:cs typeface="Times New Roman" panose="02020603050405020304" pitchFamily="18" charset="0"/>
              </a:rPr>
              <a:t>media complaints</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38610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5033"/>
          </a:xfrm>
        </p:spPr>
        <p:txBody>
          <a:bodyPr>
            <a:normAutofit fontScale="90000"/>
          </a:bodyPr>
          <a:lstStyle/>
          <a:p>
            <a:r>
              <a:rPr lang="en-US" b="1" dirty="0" smtClean="0">
                <a:latin typeface="Times New Roman" panose="02020603050405020304" pitchFamily="18" charset="0"/>
                <a:cs typeface="Times New Roman" panose="02020603050405020304" pitchFamily="18" charset="0"/>
              </a:rPr>
              <a:t>SYSTEM ARCHITECTURE</a:t>
            </a:r>
            <a:endParaRPr lang="en-US" b="1"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stretch>
            <a:fillRect/>
          </a:stretch>
        </p:blipFill>
        <p:spPr>
          <a:xfrm>
            <a:off x="838200" y="1062213"/>
            <a:ext cx="9065654" cy="4960208"/>
          </a:xfrm>
          <a:prstGeom prst="rect">
            <a:avLst/>
          </a:prstGeom>
        </p:spPr>
      </p:pic>
    </p:spTree>
    <p:extLst>
      <p:ext uri="{BB962C8B-B14F-4D97-AF65-F5344CB8AC3E}">
        <p14:creationId xmlns:p14="http://schemas.microsoft.com/office/powerpoint/2010/main" val="2321254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653" y="309093"/>
            <a:ext cx="10515600" cy="862886"/>
          </a:xfrm>
        </p:spPr>
        <p:txBody>
          <a:bodyPr/>
          <a:lstStyle/>
          <a:p>
            <a:r>
              <a:rPr lang="en-US" b="1" dirty="0">
                <a:latin typeface="Times New Roman" panose="02020603050405020304" pitchFamily="18" charset="0"/>
                <a:cs typeface="Times New Roman" panose="02020603050405020304" pitchFamily="18" charset="0"/>
              </a:rPr>
              <a:t>Choice of tools and technology</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3653" y="1171979"/>
            <a:ext cx="10515600" cy="4351338"/>
          </a:xfrm>
        </p:spPr>
        <p:txBody>
          <a:bodyPr/>
          <a:lstStyle/>
          <a:p>
            <a:r>
              <a:rPr lang="en-US" b="1" dirty="0" smtClean="0"/>
              <a:t>Python</a:t>
            </a:r>
            <a:endParaRPr lang="en-US" dirty="0"/>
          </a:p>
          <a:p>
            <a:r>
              <a:rPr lang="en-US" b="1" dirty="0" smtClean="0"/>
              <a:t> </a:t>
            </a:r>
            <a:r>
              <a:rPr lang="en-US" b="1" dirty="0"/>
              <a:t>SQL</a:t>
            </a:r>
            <a:endParaRPr lang="en-US" dirty="0"/>
          </a:p>
          <a:p>
            <a:r>
              <a:rPr lang="en-US" b="1" dirty="0" smtClean="0"/>
              <a:t>AWS</a:t>
            </a:r>
            <a:r>
              <a:rPr lang="en-US" b="1" dirty="0"/>
              <a:t>, GCP</a:t>
            </a:r>
            <a:endParaRPr lang="en-US" dirty="0"/>
          </a:p>
          <a:p>
            <a:r>
              <a:rPr lang="en-US" b="1" dirty="0" err="1" smtClean="0"/>
              <a:t>Github</a:t>
            </a:r>
            <a:r>
              <a:rPr lang="en-US" b="1" dirty="0" smtClean="0"/>
              <a:t> </a:t>
            </a:r>
            <a:r>
              <a:rPr lang="en-US" b="1" dirty="0"/>
              <a:t>Action</a:t>
            </a:r>
            <a:endParaRPr lang="en-US" dirty="0"/>
          </a:p>
          <a:p>
            <a:r>
              <a:rPr lang="en-US" b="1" dirty="0" err="1" smtClean="0"/>
              <a:t>Supabase</a:t>
            </a:r>
            <a:endParaRPr lang="en-US" dirty="0"/>
          </a:p>
          <a:p>
            <a:endParaRPr lang="en-US" dirty="0"/>
          </a:p>
        </p:txBody>
      </p:sp>
    </p:spTree>
    <p:extLst>
      <p:ext uri="{BB962C8B-B14F-4D97-AF65-F5344CB8AC3E}">
        <p14:creationId xmlns:p14="http://schemas.microsoft.com/office/powerpoint/2010/main" val="326215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90943"/>
          </a:xfrm>
        </p:spPr>
        <p:txBody>
          <a:bodyPr>
            <a:normAutofit fontScale="90000"/>
          </a:bodyPr>
          <a:lstStyle/>
          <a:p>
            <a:r>
              <a:rPr lang="en-US" b="1" dirty="0" smtClean="0"/>
              <a:t>PROCESSES</a:t>
            </a:r>
            <a:endParaRPr lang="en-US" b="1" dirty="0"/>
          </a:p>
        </p:txBody>
      </p:sp>
      <p:sp>
        <p:nvSpPr>
          <p:cNvPr id="3" name="Content Placeholder 2"/>
          <p:cNvSpPr>
            <a:spLocks noGrp="1"/>
          </p:cNvSpPr>
          <p:nvPr>
            <p:ph idx="1"/>
          </p:nvPr>
        </p:nvSpPr>
        <p:spPr>
          <a:xfrm>
            <a:off x="838200" y="1056068"/>
            <a:ext cx="10515600" cy="5120895"/>
          </a:xfrm>
        </p:spPr>
        <p:txBody>
          <a:bodyPr/>
          <a:lstStyle/>
          <a:p>
            <a:r>
              <a:rPr lang="en-US" dirty="0" smtClean="0"/>
              <a:t>SOURCES: There are several sources, and the data extraction phases handle the pulling of the data from those sources:</a:t>
            </a:r>
          </a:p>
          <a:p>
            <a:pPr lvl="1"/>
            <a:r>
              <a:rPr lang="en-US" dirty="0" smtClean="0"/>
              <a:t>Customers: s3</a:t>
            </a:r>
          </a:p>
          <a:p>
            <a:pPr lvl="1"/>
            <a:r>
              <a:rPr lang="en-US" dirty="0" smtClean="0"/>
              <a:t>Agents: </a:t>
            </a:r>
            <a:r>
              <a:rPr lang="en-US" dirty="0" err="1" smtClean="0"/>
              <a:t>Googlesheet</a:t>
            </a:r>
            <a:endParaRPr lang="en-US" dirty="0" smtClean="0"/>
          </a:p>
          <a:p>
            <a:pPr lvl="1"/>
            <a:r>
              <a:rPr lang="en-US" dirty="0" smtClean="0"/>
              <a:t>Call Center Logs: s3</a:t>
            </a:r>
          </a:p>
          <a:p>
            <a:pPr lvl="1"/>
            <a:r>
              <a:rPr lang="en-US" dirty="0" smtClean="0"/>
              <a:t>Social Media: s3</a:t>
            </a:r>
          </a:p>
          <a:p>
            <a:pPr lvl="1"/>
            <a:r>
              <a:rPr lang="en-US" dirty="0" smtClean="0"/>
              <a:t>Website Complaint Form: Database Application</a:t>
            </a:r>
          </a:p>
          <a:p>
            <a:r>
              <a:rPr lang="en-US" dirty="0" smtClean="0"/>
              <a:t>Each source is pulled in, and store in temporary folder for transformation.</a:t>
            </a:r>
            <a:endParaRPr lang="en-US" dirty="0"/>
          </a:p>
        </p:txBody>
      </p:sp>
    </p:spTree>
    <p:extLst>
      <p:ext uri="{BB962C8B-B14F-4D97-AF65-F5344CB8AC3E}">
        <p14:creationId xmlns:p14="http://schemas.microsoft.com/office/powerpoint/2010/main" val="2659446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90943"/>
          </a:xfrm>
        </p:spPr>
        <p:txBody>
          <a:bodyPr>
            <a:normAutofit fontScale="90000"/>
          </a:bodyPr>
          <a:lstStyle/>
          <a:p>
            <a:r>
              <a:rPr lang="en-US" b="1" dirty="0" smtClean="0"/>
              <a:t>PROCESSES</a:t>
            </a:r>
            <a:endParaRPr lang="en-US" b="1" dirty="0"/>
          </a:p>
        </p:txBody>
      </p:sp>
      <p:sp>
        <p:nvSpPr>
          <p:cNvPr id="3" name="Content Placeholder 2"/>
          <p:cNvSpPr>
            <a:spLocks noGrp="1"/>
          </p:cNvSpPr>
          <p:nvPr>
            <p:ph idx="1"/>
          </p:nvPr>
        </p:nvSpPr>
        <p:spPr>
          <a:xfrm>
            <a:off x="838200" y="1056068"/>
            <a:ext cx="10515600" cy="5120895"/>
          </a:xfrm>
        </p:spPr>
        <p:txBody>
          <a:bodyPr/>
          <a:lstStyle/>
          <a:p>
            <a:r>
              <a:rPr lang="en-US" dirty="0" smtClean="0"/>
              <a:t>TRANSFORMATION: While there are general transformation, some transformation are specific to the source. :</a:t>
            </a:r>
          </a:p>
          <a:p>
            <a:pPr lvl="1"/>
            <a:r>
              <a:rPr lang="en-US" dirty="0" smtClean="0"/>
              <a:t>Customers</a:t>
            </a:r>
            <a:r>
              <a:rPr lang="en-US" dirty="0"/>
              <a:t>: column inconsistency and wrong date format.</a:t>
            </a:r>
            <a:endParaRPr lang="en-US" dirty="0" smtClean="0"/>
          </a:p>
          <a:p>
            <a:pPr lvl="1"/>
            <a:r>
              <a:rPr lang="en-US" dirty="0" smtClean="0"/>
              <a:t>Agents: okay</a:t>
            </a:r>
          </a:p>
          <a:p>
            <a:pPr lvl="1"/>
            <a:r>
              <a:rPr lang="en-US" dirty="0" smtClean="0"/>
              <a:t>Call Center Logs: column names were highly inconsistent. Fixed and combined.</a:t>
            </a:r>
          </a:p>
          <a:p>
            <a:pPr lvl="1"/>
            <a:r>
              <a:rPr lang="en-US" dirty="0" smtClean="0"/>
              <a:t>Social Media: </a:t>
            </a:r>
            <a:r>
              <a:rPr lang="en-US" dirty="0"/>
              <a:t>column inconsistency and wrong date format.</a:t>
            </a:r>
            <a:endParaRPr lang="en-US" dirty="0" smtClean="0"/>
          </a:p>
          <a:p>
            <a:pPr lvl="1"/>
            <a:r>
              <a:rPr lang="en-US" dirty="0" smtClean="0"/>
              <a:t>Website Complaint Form: column inconsistency and wrong date format.</a:t>
            </a:r>
          </a:p>
          <a:p>
            <a:endParaRPr lang="en-US" dirty="0"/>
          </a:p>
        </p:txBody>
      </p:sp>
    </p:spTree>
    <p:extLst>
      <p:ext uri="{BB962C8B-B14F-4D97-AF65-F5344CB8AC3E}">
        <p14:creationId xmlns:p14="http://schemas.microsoft.com/office/powerpoint/2010/main" val="27521481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90943"/>
          </a:xfrm>
        </p:spPr>
        <p:txBody>
          <a:bodyPr>
            <a:normAutofit fontScale="90000"/>
          </a:bodyPr>
          <a:lstStyle/>
          <a:p>
            <a:r>
              <a:rPr lang="en-US" b="1" dirty="0" smtClean="0"/>
              <a:t>PROCESSES</a:t>
            </a:r>
            <a:endParaRPr lang="en-US" b="1" dirty="0"/>
          </a:p>
        </p:txBody>
      </p:sp>
      <p:sp>
        <p:nvSpPr>
          <p:cNvPr id="3" name="Content Placeholder 2"/>
          <p:cNvSpPr>
            <a:spLocks noGrp="1"/>
          </p:cNvSpPr>
          <p:nvPr>
            <p:ph idx="1"/>
          </p:nvPr>
        </p:nvSpPr>
        <p:spPr>
          <a:xfrm>
            <a:off x="838200" y="1056068"/>
            <a:ext cx="10515600" cy="5120895"/>
          </a:xfrm>
        </p:spPr>
        <p:txBody>
          <a:bodyPr/>
          <a:lstStyle/>
          <a:p>
            <a:r>
              <a:rPr lang="en-US" dirty="0" smtClean="0"/>
              <a:t>LOAD:</a:t>
            </a:r>
          </a:p>
          <a:p>
            <a:pPr lvl="1"/>
            <a:r>
              <a:rPr lang="en-US" dirty="0" err="1" smtClean="0"/>
              <a:t>Supabase</a:t>
            </a:r>
            <a:r>
              <a:rPr lang="en-US" dirty="0" smtClean="0"/>
              <a:t> was initialized.</a:t>
            </a:r>
          </a:p>
          <a:p>
            <a:pPr lvl="1"/>
            <a:r>
              <a:rPr lang="en-US" dirty="0" smtClean="0"/>
              <a:t>The function to load the </a:t>
            </a:r>
            <a:r>
              <a:rPr lang="en-US" dirty="0" err="1" smtClean="0"/>
              <a:t>dataframe</a:t>
            </a:r>
            <a:r>
              <a:rPr lang="en-US" dirty="0" smtClean="0"/>
              <a:t> and ingest into </a:t>
            </a:r>
            <a:r>
              <a:rPr lang="en-US" dirty="0" err="1" smtClean="0"/>
              <a:t>Supabase</a:t>
            </a:r>
            <a:r>
              <a:rPr lang="en-US" dirty="0" smtClean="0"/>
              <a:t> was invoked.</a:t>
            </a:r>
          </a:p>
          <a:p>
            <a:pPr lvl="1"/>
            <a:r>
              <a:rPr lang="en-US" dirty="0" smtClean="0"/>
              <a:t>Ingestion has a chunk size of 500.</a:t>
            </a:r>
          </a:p>
          <a:p>
            <a:pPr lvl="1"/>
            <a:r>
              <a:rPr lang="en-US" dirty="0" smtClean="0"/>
              <a:t>The CSVs are compressed and loaded into s3.</a:t>
            </a:r>
            <a:endParaRPr lang="en-US" dirty="0"/>
          </a:p>
        </p:txBody>
      </p:sp>
    </p:spTree>
    <p:extLst>
      <p:ext uri="{BB962C8B-B14F-4D97-AF65-F5344CB8AC3E}">
        <p14:creationId xmlns:p14="http://schemas.microsoft.com/office/powerpoint/2010/main" val="3596463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90943"/>
          </a:xfrm>
        </p:spPr>
        <p:txBody>
          <a:bodyPr>
            <a:normAutofit fontScale="90000"/>
          </a:bodyPr>
          <a:lstStyle/>
          <a:p>
            <a:r>
              <a:rPr lang="en-US" b="1" dirty="0" smtClean="0"/>
              <a:t>ORCHESTRATION</a:t>
            </a:r>
            <a:endParaRPr lang="en-US" b="1" dirty="0"/>
          </a:p>
        </p:txBody>
      </p:sp>
      <p:sp>
        <p:nvSpPr>
          <p:cNvPr id="3" name="Content Placeholder 2"/>
          <p:cNvSpPr>
            <a:spLocks noGrp="1"/>
          </p:cNvSpPr>
          <p:nvPr>
            <p:ph idx="1"/>
          </p:nvPr>
        </p:nvSpPr>
        <p:spPr>
          <a:xfrm>
            <a:off x="838200" y="1056068"/>
            <a:ext cx="10515600" cy="5120895"/>
          </a:xfrm>
        </p:spPr>
        <p:txBody>
          <a:bodyPr/>
          <a:lstStyle/>
          <a:p>
            <a:r>
              <a:rPr lang="en-US" dirty="0" smtClean="0"/>
              <a:t>The entire process is orchestrated using </a:t>
            </a:r>
            <a:r>
              <a:rPr lang="en-US" dirty="0" err="1" smtClean="0"/>
              <a:t>Github</a:t>
            </a:r>
            <a:r>
              <a:rPr lang="en-US" dirty="0" smtClean="0"/>
              <a:t> Action.</a:t>
            </a:r>
          </a:p>
          <a:p>
            <a:r>
              <a:rPr lang="en-US" dirty="0" smtClean="0"/>
              <a:t>best practices: </a:t>
            </a:r>
          </a:p>
          <a:p>
            <a:pPr lvl="1"/>
            <a:r>
              <a:rPr lang="en-US" dirty="0" err="1" smtClean="0"/>
              <a:t>Idempotency</a:t>
            </a:r>
            <a:endParaRPr lang="en-US" dirty="0"/>
          </a:p>
          <a:p>
            <a:pPr lvl="1"/>
            <a:r>
              <a:rPr lang="en-US" dirty="0" smtClean="0"/>
              <a:t>Implementing </a:t>
            </a:r>
            <a:r>
              <a:rPr lang="en-US" dirty="0"/>
              <a:t>retries.</a:t>
            </a:r>
          </a:p>
          <a:p>
            <a:pPr lvl="1"/>
            <a:r>
              <a:rPr lang="en-US" dirty="0"/>
              <a:t>Failure </a:t>
            </a:r>
            <a:r>
              <a:rPr lang="en-US" dirty="0" smtClean="0"/>
              <a:t>notification/alert:- email</a:t>
            </a:r>
            <a:endParaRPr lang="en-US" dirty="0"/>
          </a:p>
          <a:p>
            <a:endParaRPr lang="en-US" dirty="0"/>
          </a:p>
        </p:txBody>
      </p:sp>
    </p:spTree>
    <p:extLst>
      <p:ext uri="{BB962C8B-B14F-4D97-AF65-F5344CB8AC3E}">
        <p14:creationId xmlns:p14="http://schemas.microsoft.com/office/powerpoint/2010/main" val="38953455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TotalTime>
  <Words>257</Words>
  <Application>Microsoft Office PowerPoint</Application>
  <PresentationFormat>Widescreen</PresentationFormat>
  <Paragraphs>39</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Times New Roman</vt:lpstr>
      <vt:lpstr>Office Theme</vt:lpstr>
      <vt:lpstr>CDE COHORT – 2 PROJECT</vt:lpstr>
      <vt:lpstr>Design Background</vt:lpstr>
      <vt:lpstr>SYSTEM ARCHITECTURE</vt:lpstr>
      <vt:lpstr>Choice of tools and technology</vt:lpstr>
      <vt:lpstr>PROCESSES</vt:lpstr>
      <vt:lpstr>PROCESSES</vt:lpstr>
      <vt:lpstr>PROCESSES</vt:lpstr>
      <vt:lpstr>ORCHESTRATION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CDE COHORT – 2 PROJECT</dc:title>
  <dc:creator>Dell</dc:creator>
  <cp:lastModifiedBy>Dell</cp:lastModifiedBy>
  <cp:revision>11</cp:revision>
  <dcterms:created xsi:type="dcterms:W3CDTF">2025-12-03T20:27:41Z</dcterms:created>
  <dcterms:modified xsi:type="dcterms:W3CDTF">2026-01-15T16:07:35Z</dcterms:modified>
</cp:coreProperties>
</file>