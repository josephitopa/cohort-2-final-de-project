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74" d="100"/>
          <a:sy n="74" d="100"/>
        </p:scale>
        <p:origin x="57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C2F9E296-5CE3-4FE9-ADF6-9BE6274B6959}"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39418095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2F9E296-5CE3-4FE9-ADF6-9BE6274B6959}"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2356653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C2F9E296-5CE3-4FE9-ADF6-9BE6274B6959}"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3245533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C2F9E296-5CE3-4FE9-ADF6-9BE6274B6959}" type="datetimeFigureOut">
              <a:rPr lang="en-US" smtClean="0"/>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23598980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C2F9E296-5CE3-4FE9-ADF6-9BE6274B6959}" type="datetimeFigureOut">
              <a:rPr lang="en-US" smtClean="0"/>
              <a:t>12/7/2025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14617880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C2F9E296-5CE3-4FE9-ADF6-9BE6274B6959}" type="datetimeFigureOut">
              <a:rPr lang="en-US" smtClean="0"/>
              <a:t>12/7/2025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36535741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F9E296-5CE3-4FE9-ADF6-9BE6274B6959}" type="datetimeFigureOut">
              <a:rPr lang="en-US" smtClean="0"/>
              <a:t>12/7/2025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4209986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2F9E296-5CE3-4FE9-ADF6-9BE6274B6959}" type="datetimeFigureOut">
              <a:rPr lang="en-US" smtClean="0"/>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39786388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2F9E296-5CE3-4FE9-ADF6-9BE6274B6959}" type="datetimeFigureOut">
              <a:rPr lang="en-US" smtClean="0"/>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10927500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2F9E296-5CE3-4FE9-ADF6-9BE6274B6959}"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41973612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2F9E296-5CE3-4FE9-ADF6-9BE6274B6959}"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24AC33C-5A10-49CD-B0C4-BDD92C9D0A8F}" type="slidenum">
              <a:rPr lang="en-US" smtClean="0"/>
              <a:t>‹#›</a:t>
            </a:fld>
            <a:endParaRPr lang="en-US"/>
          </a:p>
        </p:txBody>
      </p:sp>
    </p:spTree>
    <p:extLst>
      <p:ext uri="{BB962C8B-B14F-4D97-AF65-F5344CB8AC3E}">
        <p14:creationId xmlns:p14="http://schemas.microsoft.com/office/powerpoint/2010/main" val="4081021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2F9E296-5CE3-4FE9-ADF6-9BE6274B6959}" type="datetimeFigureOut">
              <a:rPr lang="en-US" smtClean="0"/>
              <a:t>12/7/2025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24AC33C-5A10-49CD-B0C4-BDD92C9D0A8F}" type="slidenum">
              <a:rPr lang="en-US" smtClean="0"/>
              <a:t>‹#›</a:t>
            </a:fld>
            <a:endParaRPr lang="en-US"/>
          </a:p>
        </p:txBody>
      </p:sp>
    </p:spTree>
    <p:extLst>
      <p:ext uri="{BB962C8B-B14F-4D97-AF65-F5344CB8AC3E}">
        <p14:creationId xmlns:p14="http://schemas.microsoft.com/office/powerpoint/2010/main" val="37908572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dirty="0" smtClean="0"/>
              <a:t>CDE COHORT – 2 PROJECT</a:t>
            </a:r>
            <a:endParaRPr lang="en-US" b="1" dirty="0"/>
          </a:p>
        </p:txBody>
      </p:sp>
      <p:sp>
        <p:nvSpPr>
          <p:cNvPr id="3" name="Subtitle 2"/>
          <p:cNvSpPr>
            <a:spLocks noGrp="1"/>
          </p:cNvSpPr>
          <p:nvPr>
            <p:ph type="subTitle" idx="1"/>
          </p:nvPr>
        </p:nvSpPr>
        <p:spPr/>
        <p:txBody>
          <a:bodyPr/>
          <a:lstStyle/>
          <a:p>
            <a:r>
              <a:rPr lang="en-US" b="1" dirty="0" smtClean="0"/>
              <a:t>JOSEPH ITOPA ABUBAKAR</a:t>
            </a:r>
            <a:endParaRPr lang="en-US" b="1" dirty="0"/>
          </a:p>
        </p:txBody>
      </p:sp>
    </p:spTree>
    <p:extLst>
      <p:ext uri="{BB962C8B-B14F-4D97-AF65-F5344CB8AC3E}">
        <p14:creationId xmlns:p14="http://schemas.microsoft.com/office/powerpoint/2010/main" val="11426120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71247"/>
          </a:xfrm>
        </p:spPr>
        <p:txBody>
          <a:bodyPr/>
          <a:lstStyle/>
          <a:p>
            <a:r>
              <a:rPr lang="en-US" b="1" dirty="0" smtClean="0">
                <a:latin typeface="Times New Roman" panose="02020603050405020304" pitchFamily="18" charset="0"/>
                <a:cs typeface="Times New Roman" panose="02020603050405020304" pitchFamily="18" charset="0"/>
              </a:rPr>
              <a:t>Design Background</a:t>
            </a:r>
            <a:endParaRPr lang="en-US"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236372"/>
            <a:ext cx="10515600" cy="4940591"/>
          </a:xfrm>
        </p:spPr>
        <p:txBody>
          <a:bodyPr/>
          <a:lstStyle/>
          <a:p>
            <a:pPr marL="0" indent="0" algn="just">
              <a:buNone/>
            </a:pPr>
            <a:r>
              <a:rPr lang="en-US" dirty="0" err="1">
                <a:latin typeface="Times New Roman" panose="02020603050405020304" pitchFamily="18" charset="0"/>
                <a:cs typeface="Times New Roman" panose="02020603050405020304" pitchFamily="18" charset="0"/>
              </a:rPr>
              <a:t>Coretelecoms</a:t>
            </a:r>
            <a:r>
              <a:rPr lang="en-US" dirty="0">
                <a:latin typeface="Times New Roman" panose="02020603050405020304" pitchFamily="18" charset="0"/>
                <a:cs typeface="Times New Roman" panose="02020603050405020304" pitchFamily="18" charset="0"/>
              </a:rPr>
              <a:t> is a company based in US, and they operate in the Telecom space. The company's challenge rest in the area of customer retention, which is critical to the business. Customers have series of challenges which the company collates through several channels:</a:t>
            </a:r>
          </a:p>
          <a:p>
            <a:pPr algn="just"/>
            <a:r>
              <a:rPr lang="en-US" dirty="0" smtClean="0">
                <a:latin typeface="Times New Roman" panose="02020603050405020304" pitchFamily="18" charset="0"/>
                <a:cs typeface="Times New Roman" panose="02020603050405020304" pitchFamily="18" charset="0"/>
              </a:rPr>
              <a:t>social </a:t>
            </a:r>
            <a:r>
              <a:rPr lang="en-US" dirty="0">
                <a:latin typeface="Times New Roman" panose="02020603050405020304" pitchFamily="18" charset="0"/>
                <a:cs typeface="Times New Roman" panose="02020603050405020304" pitchFamily="18" charset="0"/>
              </a:rPr>
              <a:t>media complaints</a:t>
            </a: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3861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75033"/>
          </a:xfrm>
        </p:spPr>
        <p:txBody>
          <a:bodyPr>
            <a:normAutofit fontScale="90000"/>
          </a:bodyPr>
          <a:lstStyle/>
          <a:p>
            <a:r>
              <a:rPr lang="en-US" b="1" dirty="0" smtClean="0">
                <a:latin typeface="Times New Roman" panose="02020603050405020304" pitchFamily="18" charset="0"/>
                <a:cs typeface="Times New Roman" panose="02020603050405020304" pitchFamily="18" charset="0"/>
              </a:rPr>
              <a:t>SYSTEM ARCHITECTURE</a:t>
            </a:r>
            <a:endParaRPr lang="en-US" b="1" dirty="0">
              <a:latin typeface="Times New Roman" panose="02020603050405020304" pitchFamily="18" charset="0"/>
              <a:cs typeface="Times New Roman" panose="02020603050405020304" pitchFamily="18" charset="0"/>
            </a:endParaRPr>
          </a:p>
        </p:txBody>
      </p:sp>
      <p:pic>
        <p:nvPicPr>
          <p:cNvPr id="4" name="Content Placeholder 3"/>
          <p:cNvPicPr>
            <a:picLocks noGrp="1" noChangeAspect="1"/>
          </p:cNvPicPr>
          <p:nvPr>
            <p:ph idx="1"/>
          </p:nvPr>
        </p:nvPicPr>
        <p:blipFill>
          <a:blip r:embed="rId2"/>
          <a:stretch>
            <a:fillRect/>
          </a:stretch>
        </p:blipFill>
        <p:spPr>
          <a:xfrm>
            <a:off x="838200" y="1062213"/>
            <a:ext cx="9065654" cy="4960208"/>
          </a:xfrm>
          <a:prstGeom prst="rect">
            <a:avLst/>
          </a:prstGeom>
        </p:spPr>
      </p:pic>
    </p:spTree>
    <p:extLst>
      <p:ext uri="{BB962C8B-B14F-4D97-AF65-F5344CB8AC3E}">
        <p14:creationId xmlns:p14="http://schemas.microsoft.com/office/powerpoint/2010/main" val="23212541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3653" y="309093"/>
            <a:ext cx="10515600" cy="862886"/>
          </a:xfrm>
        </p:spPr>
        <p:txBody>
          <a:bodyPr/>
          <a:lstStyle/>
          <a:p>
            <a:r>
              <a:rPr lang="en-US" b="1" dirty="0">
                <a:latin typeface="Times New Roman" panose="02020603050405020304" pitchFamily="18" charset="0"/>
                <a:cs typeface="Times New Roman" panose="02020603050405020304" pitchFamily="18" charset="0"/>
              </a:rPr>
              <a:t>Choice of tools and technology</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3653" y="1171979"/>
            <a:ext cx="10515600" cy="4351338"/>
          </a:xfrm>
        </p:spPr>
        <p:txBody>
          <a:bodyPr/>
          <a:lstStyle/>
          <a:p>
            <a:r>
              <a:rPr lang="en-US" b="1" dirty="0" smtClean="0"/>
              <a:t>Python</a:t>
            </a:r>
            <a:endParaRPr lang="en-US" dirty="0"/>
          </a:p>
          <a:p>
            <a:r>
              <a:rPr lang="en-US" b="1" dirty="0" smtClean="0"/>
              <a:t> </a:t>
            </a:r>
            <a:r>
              <a:rPr lang="en-US" b="1" dirty="0"/>
              <a:t>SQL</a:t>
            </a:r>
            <a:endParaRPr lang="en-US" dirty="0"/>
          </a:p>
          <a:p>
            <a:r>
              <a:rPr lang="en-US" b="1" dirty="0" smtClean="0"/>
              <a:t>AWS</a:t>
            </a:r>
            <a:r>
              <a:rPr lang="en-US" b="1" dirty="0"/>
              <a:t>, GCP</a:t>
            </a:r>
            <a:endParaRPr lang="en-US" dirty="0"/>
          </a:p>
          <a:p>
            <a:r>
              <a:rPr lang="en-US" b="1" dirty="0" err="1" smtClean="0"/>
              <a:t>Github</a:t>
            </a:r>
            <a:r>
              <a:rPr lang="en-US" b="1" dirty="0" smtClean="0"/>
              <a:t> </a:t>
            </a:r>
            <a:r>
              <a:rPr lang="en-US" b="1" dirty="0"/>
              <a:t>Action</a:t>
            </a:r>
            <a:endParaRPr lang="en-US" dirty="0"/>
          </a:p>
          <a:p>
            <a:r>
              <a:rPr lang="en-US" b="1" dirty="0" err="1" smtClean="0"/>
              <a:t>Supabase</a:t>
            </a:r>
            <a:endParaRPr lang="en-US" dirty="0"/>
          </a:p>
          <a:p>
            <a:endParaRPr lang="en-US" dirty="0"/>
          </a:p>
        </p:txBody>
      </p:sp>
    </p:spTree>
    <p:extLst>
      <p:ext uri="{BB962C8B-B14F-4D97-AF65-F5344CB8AC3E}">
        <p14:creationId xmlns:p14="http://schemas.microsoft.com/office/powerpoint/2010/main" val="326215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6594461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TotalTime>
  <Words>76</Words>
  <Application>Microsoft Office PowerPoint</Application>
  <PresentationFormat>Widescreen</PresentationFormat>
  <Paragraphs>12</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Calibri Light</vt:lpstr>
      <vt:lpstr>Times New Roman</vt:lpstr>
      <vt:lpstr>Office Theme</vt:lpstr>
      <vt:lpstr>CDE COHORT – 2 PROJECT</vt:lpstr>
      <vt:lpstr>Design Background</vt:lpstr>
      <vt:lpstr>SYSTEM ARCHITECTURE</vt:lpstr>
      <vt:lpstr>Choice of tools and technology</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CDE COHORT – 2 PROJECT</dc:title>
  <dc:creator>Dell</dc:creator>
  <cp:lastModifiedBy>Dell</cp:lastModifiedBy>
  <cp:revision>6</cp:revision>
  <dcterms:created xsi:type="dcterms:W3CDTF">2025-12-03T20:27:41Z</dcterms:created>
  <dcterms:modified xsi:type="dcterms:W3CDTF">2025-12-07T22:47:50Z</dcterms:modified>
</cp:coreProperties>
</file>