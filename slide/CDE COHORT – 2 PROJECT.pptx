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09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53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53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98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78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57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986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38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750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61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21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F9E296-5CE3-4FE9-ADF6-9BE6274B6959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4AC33C-5A10-49CD-B0C4-BDD92C9D0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857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CDE COHORT – 2 PROJECT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 smtClean="0"/>
              <a:t>JOSEPH ITOPA ABUBAKAR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42612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86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CDE COHORT – 2 PROJECT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CDE COHORT – 2 PROJECT</dc:title>
  <dc:creator>Dell</dc:creator>
  <cp:lastModifiedBy>Dell</cp:lastModifiedBy>
  <cp:revision>3</cp:revision>
  <dcterms:created xsi:type="dcterms:W3CDTF">2025-12-03T20:27:41Z</dcterms:created>
  <dcterms:modified xsi:type="dcterms:W3CDTF">2025-12-03T20:46:39Z</dcterms:modified>
</cp:coreProperties>
</file>